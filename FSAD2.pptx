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2" r:id="rId17"/>
    <p:sldId id="273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  <p:bold r:id="rId31"/>
      <p:italic r:id="rId32"/>
      <p:boldItalic r:id="rId33"/>
    </p:embeddedFont>
    <p:embeddedFont>
      <p:font typeface="Gotham Bold Italics" panose="020B0604020202020204" charset="0"/>
      <p:regular r:id="rId30"/>
      <p:bold r:id="rId30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 autoAdjust="0"/>
    <p:restoredTop sz="94635" autoAdjust="0"/>
  </p:normalViewPr>
  <p:slideViewPr>
    <p:cSldViewPr>
      <p:cViewPr varScale="1">
        <p:scale>
          <a:sx n="51" d="100"/>
          <a:sy n="51" d="100"/>
        </p:scale>
        <p:origin x="518" y="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5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D436-A5EA-93C7-6A2B-5E7563E5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2C7C-5860-DB36-75C2-B2A63000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4B7C-D205-566F-705D-3B1101D1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F237-BECC-4009-C54B-219B2197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59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FB3-1208-CB08-9BE5-B6B3647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F280-CC82-C49F-8048-90FEAED2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88665-A4C2-C01A-1610-238C74F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ADF-FDAB-B252-3C81-73C3037F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10500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V.NIJAMUDDIN SHAH– VTU26592– 23UECS0918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Assistant Professor(Senior Grade)-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791588" y="1766894"/>
            <a:ext cx="15082325" cy="1191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Job Portal System is a web-based platform designed to connect job seekers and employers in a unified and efficient environment.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enables users to explore opportunities, apply for jobs, and manage recruitment activities seamlessly from anywhere.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that allows candidates to search and filter jobs based on skills, location, and experience.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ensures a personalized and convenient job-hunting experience for every user.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create and publish job postings with detailed descriptions, requirements, and selection processes.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They can efficiently manage applications and shortlist candidates through a centralized dashboard.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platform supports profile creation and resume management, helping job seekers showcase their skills and qualifications effectively.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increases visibility and improves their chances of getting selected.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authentication ensures secure and controlled access for Admin, Student, and Employer modules.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Each user type is provided with a customized dashboard based on their responsibilities.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 record of all job applications and provides real-time updates on application status.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improves transparency and keeps users informed throughout the recruitment process.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By automating job posting, application tracking, and communication, the system reduces manual effort and saves time.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enhances efficiency and accuracy in the hiring workflow.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Job Portal System modernizes the traditional recruitment process by making it faster, more organized, and accessible.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acts as a comprehensive solution for managing job opportunities and candidate applications effectively.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design and develop a comprehensive web-based Job Portal System that enables job seekers to efficiently search, filter, and apply for job opportunities based on their skills, qualifications, and preferences, while providing a user-friendly interface that enhances accessibility, simplifies the job application process, and improves the overall user experience.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build a centralized recruitment platform that allows employers and administrators to create and manage job postings, track and review candidate applications, and streamline the hiring workflow through automation, role-based access control, and secure data management, thereby increasing efficiency, transparency, and effectiveness in the recruitment process.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BA074F1-633D-1DF3-FB0F-EF1299CB6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072" y="1648094"/>
            <a:ext cx="11867055" cy="88294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76975" y="1181100"/>
            <a:ext cx="15082325" cy="938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utoShape 16" descr="Job portal management system workflow">
            <a:extLst>
              <a:ext uri="{FF2B5EF4-FFF2-40B4-BE49-F238E27FC236}">
                <a16:creationId xmlns:a16="http://schemas.microsoft.com/office/drawing/2014/main" id="{9DDDEB8A-1B67-C7E8-2FCF-8C9CBCFBF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-190500"/>
            <a:ext cx="54864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32B2FC-3161-DE25-CC66-4044A9C98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049823"/>
            <a:ext cx="135636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D7D62-552B-B2C1-3A9A-BE559C109D2A}"/>
              </a:ext>
            </a:extLst>
          </p:cNvPr>
          <p:cNvSpPr txBox="1"/>
          <p:nvPr/>
        </p:nvSpPr>
        <p:spPr>
          <a:xfrm>
            <a:off x="2362200" y="2073929"/>
            <a:ext cx="1410362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/>
              <a:t>💻 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HTML5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CSS3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JavaScript (ES6)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 err="1"/>
              <a:t>Thymeleaf</a:t>
            </a:r>
            <a:r>
              <a:rPr lang="en-IN" sz="3000" dirty="0"/>
              <a:t> (for dynamic rendering) </a:t>
            </a:r>
            <a:br>
              <a:rPr lang="en-IN" sz="3000" dirty="0"/>
            </a:br>
            <a:endParaRPr lang="en-IN" sz="3000" dirty="0"/>
          </a:p>
          <a:p>
            <a:pPr>
              <a:buNone/>
            </a:pPr>
            <a:r>
              <a:rPr lang="en-IN" sz="3000" b="1" dirty="0"/>
              <a:t>⚙️ 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Java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Spring Boot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Spring MVC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Spring Data JPA </a:t>
            </a:r>
            <a:br>
              <a:rPr lang="en-IN" sz="3000" dirty="0"/>
            </a:br>
            <a:endParaRPr lang="en-IN" sz="3000" dirty="0"/>
          </a:p>
          <a:p>
            <a:pPr>
              <a:buNone/>
            </a:pPr>
            <a:r>
              <a:rPr lang="en-IN" sz="3000" b="1" dirty="0"/>
              <a:t>🗄️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H2 Database (In-memory + File-based for development)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4">
            <a:extLst>
              <a:ext uri="{FF2B5EF4-FFF2-40B4-BE49-F238E27FC236}">
                <a16:creationId xmlns:a16="http://schemas.microsoft.com/office/drawing/2014/main" id="{EDC822F2-408B-6FF1-F9DE-1C545AB40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528" y="2444223"/>
            <a:ext cx="14158743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secure user and admin registration and login with role-based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view jobs, apply for jobs, and submit personal, educational details, and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admin to manage job postings and review, shortlist, or reject applicants.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Management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Manages creation, updating, and deletion of job postings.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Management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storage and tracking of all job applications and their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all user data, job details, applications, and resume information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9CE90-8F60-A4B8-EBDF-6BF43EF43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685" y="2167307"/>
            <a:ext cx="11954116" cy="535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4FB85-8BB9-8D4B-DB41-F4AC701A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787" y="2378739"/>
            <a:ext cx="7734356" cy="415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two separate logins one for admin and other for user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632642-7FE6-3804-E929-7DD7FFF70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708" y="2092427"/>
            <a:ext cx="10989153" cy="463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028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JOB POSTING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EACF9D-822A-1DEC-AE3E-3FDC03C61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306" y="2291416"/>
            <a:ext cx="15982611" cy="526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7378504" y="1230020"/>
            <a:ext cx="3454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316D2-6C60-CACE-A754-849179353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106" y="2015465"/>
            <a:ext cx="13585378" cy="709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87AC-E56D-5248-F9F8-F5819C57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4698480-3D06-6C58-CC82-514734E1583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8F37E3-9B93-AE02-B772-F48C6293BD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747B5E-A627-0449-CE02-72B6098B13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4CB8F7-3AF6-1108-C2B9-D0A36C8001F3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39128-5DB5-9091-1EAD-1C4F6BE05D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0CBD1B-53B1-4636-FD1D-91577A0C8D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0E973D-0968-4727-AB5B-25210BD283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544A67-1499-6935-078D-E0C134B80E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C4E02B-3198-170E-31F6-7642637E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8A07A4F-29B4-6D7C-CAD2-7B1880D5C6C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478581-ED86-E21F-B670-CF396BC13F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C563404-D40A-FFCF-E8B0-59B0612F48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852ABF-D3E8-3145-353E-DB9CD5A035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D53BFC7-569D-2097-71C6-AD4B06A0540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69066-7E6C-A393-697B-C2B8288F3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B29B4C-914B-3081-4A26-9699046DBB1F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E7F527-3EA9-E1B0-115B-84CAFABAD0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B64685-9C4E-3801-4B04-9495B0A687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0A4FFA3-C06C-EFC1-FED9-D3C9BE4AF7F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9A5603-4080-5790-D408-3450AD345E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2CE0E3B-8A44-0A02-B5CD-06E5D56572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46AA40-7AD8-329D-732B-A16E9C74A6B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6108D9-85DD-5FC8-5F9A-AD694A2936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C216D88-6B8A-D410-37D5-74E902DBBD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F0B99ED-54A8-92EE-9898-C398304DB3A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1DAB2AB-54CF-9FD8-B1E4-010149B5A5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9B3B8E-4644-702F-1E0C-85D9FCEEBD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82A71B6-8CB0-B2D3-6506-8389FFA7796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37468C3-FA46-705E-2C80-C92F1BCAB6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4817118-C86D-9A56-1750-6D9A7B14FA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09C7EDF-3E23-4F47-EE6E-F95650E4BE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5C05DB-C1E0-9450-77CA-B6B80B5CBB0E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B4C5-324C-67C9-CC0B-35657F84271E}"/>
              </a:ext>
            </a:extLst>
          </p:cNvPr>
          <p:cNvSpPr txBox="1"/>
          <p:nvPr/>
        </p:nvSpPr>
        <p:spPr>
          <a:xfrm>
            <a:off x="6392769" y="1146935"/>
            <a:ext cx="5250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1ACDD0-D51A-3D79-4CE5-B5777F0C6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986" y="2015465"/>
            <a:ext cx="14703521" cy="678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1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FEFF-7E92-B3A8-1EFF-C2E22918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8077174-DDD1-7261-93EF-68F5BEE6DA5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C13E98-A2B0-B258-B938-405E97116F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3A2114-F634-473F-F799-A871DB7EBC6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10598B-6D40-7127-4E1A-27F2C18263D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D06339-A381-F732-B107-073E7C4E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2250B92-386A-0290-B2A9-623C451A30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F87B87-7EF0-0B86-A6D9-CDE48B92AE8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776EE4-7AC0-8400-C960-BEB7E5F8F7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1CC29D1-2E74-25E1-D5C4-FF4FCB787B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CDBD1B3-EFE3-52A7-74CE-F95EF4A17A8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E94E15C-838C-0767-66FF-251DB9DBC5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562C6F-CB2D-55B2-7A45-D1887B7720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90268BE-7543-A824-F154-1366723F859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732C978-33E1-5F71-C647-C61B2E9EBA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758969F-BB60-9805-E53D-B8FA41B1E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1BA0F9-F450-FD66-25BA-A72EA892879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0223AC-3B88-6694-EF4A-A31EC8868F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97716-9B4B-102A-706D-FAE65E3E19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C615E94-0835-B71B-FBEE-B64BA27E9B2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A93EDA1-78CC-298E-1D82-1A311323A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8857637-3848-EBFA-4704-7041674EB3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07FF2B0-68E9-88CF-F6C0-60561B6F8A9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341B07-B3B0-765C-7A54-FE873BEEA2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E56054-9829-93E0-CE0C-F0CF759CF4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58F60C-0BFC-7F35-CDF1-0E8CE6AEA0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B9F76F1-3F68-DF56-E14A-D7F0C2F0F7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E71D209-7837-18EA-916E-D02A268A18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D06A2D2-CD2D-2EF2-7CC6-760B405DC5E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FBBDC0-D865-38C7-B786-4ADA9DBAED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EF92F2-654B-6A8E-1D3A-A32ECFC3A9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A80EFC7-7710-7696-3046-AA900A94A19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B96202-A31A-E367-A77D-A41693B6B74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EE82-BF90-3D0B-D5EE-A3CD8BF1A43D}"/>
              </a:ext>
            </a:extLst>
          </p:cNvPr>
          <p:cNvSpPr txBox="1"/>
          <p:nvPr/>
        </p:nvSpPr>
        <p:spPr>
          <a:xfrm>
            <a:off x="6392769" y="1146935"/>
            <a:ext cx="743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MANAGEMENT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0EEBE-2712-45B4-8BC4-EDB278409951}"/>
              </a:ext>
            </a:extLst>
          </p:cNvPr>
          <p:cNvSpPr txBox="1"/>
          <p:nvPr/>
        </p:nvSpPr>
        <p:spPr>
          <a:xfrm>
            <a:off x="3039551" y="6611516"/>
            <a:ext cx="13273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view all applicants for a specific job along with details like name, email, background, and resume.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enables employers to update application status by shortlisting or rejecting candidates.</a:t>
            </a:r>
          </a:p>
          <a:p>
            <a:br>
              <a:rPr lang="en-US" sz="3200" dirty="0"/>
            </a:br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87E20-C33F-8875-3854-42BA04933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743" y="1815152"/>
            <a:ext cx="10994424" cy="471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4668</TotalTime>
  <Words>1403</Words>
  <Application>Microsoft Office PowerPoint</Application>
  <PresentationFormat>Custom</PresentationFormat>
  <Paragraphs>335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Times New Roman</vt:lpstr>
      <vt:lpstr>Bookman Old Style</vt:lpstr>
      <vt:lpstr>Calibri</vt:lpstr>
      <vt:lpstr>Gotham</vt:lpstr>
      <vt:lpstr>Gotham Bold Italics</vt:lpstr>
      <vt:lpstr>Cambria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Siva Santhosh</dc:creator>
  <cp:lastModifiedBy>Nasaruddin Venuturla</cp:lastModifiedBy>
  <cp:revision>21</cp:revision>
  <dcterms:created xsi:type="dcterms:W3CDTF">2006-08-16T00:00:00Z</dcterms:created>
  <dcterms:modified xsi:type="dcterms:W3CDTF">2026-05-06T06:13:20Z</dcterms:modified>
  <dc:identifier>DAHCaYqJ9OU</dc:identifier>
</cp:coreProperties>
</file>